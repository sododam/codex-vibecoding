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e755b685e46bf" /><Relationship Type="http://schemas.openxmlformats.org/officeDocument/2006/relationships/extended-properties" Target="/docProps/app.xml" Id="R3c04d8992900408c" /><Relationship Type="http://schemas.openxmlformats.org/officeDocument/2006/relationships/officeDocument" Target="/ppt/presentation.xml" Id="R95de5829dc9d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5df9a48104bc0"/>
  </p:sldMasterIdLst>
  <p:notesMasterIdLst>
    <p:notesMasterId xmlns:r="http://schemas.openxmlformats.org/officeDocument/2006/relationships" r:id="R54e29bcda97143ec"/>
  </p:notesMasterIdLst>
  <p:sldIdLst>
    <p:sldId xmlns:r="http://schemas.openxmlformats.org/officeDocument/2006/relationships" id="256" r:id="R09f9a8f8fa524ef5"/>
    <p:sldId xmlns:r="http://schemas.openxmlformats.org/officeDocument/2006/relationships" id="257" r:id="Ra931355f8c6b4bc5"/>
    <p:sldId xmlns:r="http://schemas.openxmlformats.org/officeDocument/2006/relationships" id="258" r:id="Rde85e6b11017438e"/>
    <p:sldId xmlns:r="http://schemas.openxmlformats.org/officeDocument/2006/relationships" id="259" r:id="Rb89a4439b6ef4db1"/>
    <p:sldId xmlns:r="http://schemas.openxmlformats.org/officeDocument/2006/relationships" id="260" r:id="R34cad96dfdae492a"/>
    <p:sldId xmlns:r="http://schemas.openxmlformats.org/officeDocument/2006/relationships" id="261" r:id="R0e21b538e6de44fe"/>
    <p:sldId xmlns:r="http://schemas.openxmlformats.org/officeDocument/2006/relationships" id="262" r:id="Rbbfc5fc3c97d491f"/>
    <p:sldId xmlns:r="http://schemas.openxmlformats.org/officeDocument/2006/relationships" id="263" r:id="Rbd69fc85b6fd4608"/>
    <p:sldId xmlns:r="http://schemas.openxmlformats.org/officeDocument/2006/relationships" id="264" r:id="Rbd78f4449b6e47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d2aa9abe543c9" /><Relationship Type="http://schemas.openxmlformats.org/officeDocument/2006/relationships/slideMaster" Target="/ppt/slideMasters/slideMaster1.xml" Id="R8e45df9a48104bc0" /><Relationship Type="http://schemas.openxmlformats.org/officeDocument/2006/relationships/notesMaster" Target="/ppt/notesMasters/notesMaster1.xml" Id="R54e29bcda97143ec" /><Relationship Type="http://schemas.openxmlformats.org/officeDocument/2006/relationships/presProps" Target="/ppt/presProps.xml" Id="Re2cee2ac94154393" /><Relationship Type="http://schemas.openxmlformats.org/officeDocument/2006/relationships/tableStyles" Target="/ppt/tableStyles.xml" Id="Rb44bf837e67848ea" /><Relationship Type="http://schemas.openxmlformats.org/officeDocument/2006/relationships/slide" Target="/ppt/slides/slide1.xml" Id="R09f9a8f8fa524ef5" /><Relationship Type="http://schemas.openxmlformats.org/officeDocument/2006/relationships/slide" Target="/ppt/slides/slide2.xml" Id="Ra931355f8c6b4bc5" /><Relationship Type="http://schemas.openxmlformats.org/officeDocument/2006/relationships/slide" Target="/ppt/slides/slide3.xml" Id="Rde85e6b11017438e" /><Relationship Type="http://schemas.openxmlformats.org/officeDocument/2006/relationships/slide" Target="/ppt/slides/slide4.xml" Id="Rb89a4439b6ef4db1" /><Relationship Type="http://schemas.openxmlformats.org/officeDocument/2006/relationships/slide" Target="/ppt/slides/slide5.xml" Id="R34cad96dfdae492a" /><Relationship Type="http://schemas.openxmlformats.org/officeDocument/2006/relationships/slide" Target="/ppt/slides/slide6.xml" Id="R0e21b538e6de44fe" /><Relationship Type="http://schemas.openxmlformats.org/officeDocument/2006/relationships/slide" Target="/ppt/slides/slide7.xml" Id="Rbbfc5fc3c97d491f" /><Relationship Type="http://schemas.openxmlformats.org/officeDocument/2006/relationships/slide" Target="/ppt/slides/slide8.xml" Id="Rbd69fc85b6fd4608" /><Relationship Type="http://schemas.openxmlformats.org/officeDocument/2006/relationships/slide" Target="/ppt/slides/slide9.xml" Id="Rbd78f4449b6e47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2257a5973d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30314d86854259" /><Relationship Type="http://schemas.openxmlformats.org/officeDocument/2006/relationships/notesMaster" Target="/ppt/notesMasters/notesMaster1.xml" Id="Rc695173eb345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368727f6c34478" /><Relationship Type="http://schemas.openxmlformats.org/officeDocument/2006/relationships/notesMaster" Target="/ppt/notesMasters/notesMaster1.xml" Id="R90d78f61437941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ae8282f2bf4838" /><Relationship Type="http://schemas.openxmlformats.org/officeDocument/2006/relationships/notesMaster" Target="/ppt/notesMasters/notesMaster1.xml" Id="R12e47e5ddac5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5735448d91449a" /><Relationship Type="http://schemas.openxmlformats.org/officeDocument/2006/relationships/notesMaster" Target="/ppt/notesMasters/notesMaster1.xml" Id="R9bb36085238b4b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70c2a805544c4" /><Relationship Type="http://schemas.openxmlformats.org/officeDocument/2006/relationships/notesMaster" Target="/ppt/notesMasters/notesMaster1.xml" Id="Rd9aa2bca50f649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5007503c94e61" /><Relationship Type="http://schemas.openxmlformats.org/officeDocument/2006/relationships/notesMaster" Target="/ppt/notesMasters/notesMaster1.xml" Id="R2d7fddaff9904e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f041a1d5994f8b" /><Relationship Type="http://schemas.openxmlformats.org/officeDocument/2006/relationships/notesMaster" Target="/ppt/notesMasters/notesMaster1.xml" Id="R2ddc80e3d247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29160d575349eb" /><Relationship Type="http://schemas.openxmlformats.org/officeDocument/2006/relationships/notesMaster" Target="/ppt/notesMasters/notesMaster1.xml" Id="R92f4f961c4f9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e3e107a0a64fb8" /><Relationship Type="http://schemas.openxmlformats.org/officeDocument/2006/relationships/notesMaster" Target="/ppt/notesMasters/notesMaster1.xml" Id="R18604a4e4baa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사용자만을 위한 실행 가이드임을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session-manager/README.md</a:t>
            </a:r>
          </a:p>
          <a:p xmlns:a="http://schemas.openxmlformats.org/drawingml/2006/main">
            <a:r>
              <a:t>- session-manager/package.json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준비: Node.js + Codex CLI — Node.js 22.12 이상과 로그인된 Codex CLI 준비</a:t>
            </a:r>
          </a:p>
          <a:p xmlns:a="http://schemas.openxmlformats.org/drawingml/2006/main">
            <a:r>
              <a:t>실행: PowerShell에서 시작 — npm install 후 npm start로 앱 실행</a:t>
            </a:r>
          </a:p>
          <a:p xmlns:a="http://schemas.openxmlformats.org/drawingml/2006/main">
            <a:r>
              <a:t>재개: Enter로 이어하기 — 선택한 UUID를 cmd.exe 새 창에서 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session-manager/README.md</a:t>
            </a:r>
          </a:p>
          <a:p xmlns:a="http://schemas.openxmlformats.org/drawingml/2006/main">
            <a:r>
              <a:t>- session-manager/src/terminal-service.js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명령 결과를 확인한 뒤 앱 설치로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명령을 실행하고 앱 화면에서 상태, 목록, 재개 버튼을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session-manager/docs/presentation/assets/app-overview.png</a:t>
            </a:r>
          </a:p>
          <a:p xmlns:a="http://schemas.openxmlformats.org/drawingml/2006/main">
            <a:r>
              <a:t>- session-manager/package.json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 경로와 데이터 경로를 서로 다른 환경 변수로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session-manager/src/main.js</a:t>
            </a:r>
          </a:p>
          <a:p xmlns:a="http://schemas.openxmlformats.org/drawingml/2006/main">
            <a:r>
              <a:t>- session-manager/src/terminal-service.js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선택한 세션 ID가 검증된 후 새 cmd.exe 창에서 재개됩니다.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session-manager/src/terminal-service.js</a:t>
            </a:r>
          </a:p>
          <a:p xmlns:a="http://schemas.openxmlformats.org/drawingml/2006/main">
            <a:r>
              <a:t>- https://learn.chatgpt.com/docs/developer-commands?surface=cli#cli-codex-resume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빌드 결과와 검증 범위를 분리해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session-manager/package.json</a:t>
            </a:r>
          </a:p>
          <a:p xmlns:a="http://schemas.openxmlformats.org/drawingml/2006/main">
            <a:r>
              <a:t>- release/win-unpacked/Codex Session Manager.exe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11/11: 자동 테스트</a:t>
            </a:r>
          </a:p>
          <a:p xmlns:a="http://schemas.openxmlformats.org/drawingml/2006/main">
            <a:r>
              <a:t>PE32+: x64 GUI 본체</a:t>
            </a:r>
          </a:p>
          <a:p xmlns:a="http://schemas.openxmlformats.org/drawingml/2006/main">
            <a:r>
              <a:t>1: Windows 최종 단계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test 실행 결과 2026-08-11</a:t>
            </a:r>
          </a:p>
          <a:p xmlns:a="http://schemas.openxmlformats.org/drawingml/2006/main">
            <a:r>
              <a:t>- file release/win-unpacked/Codex Session Manager.exe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메시지를 다시 한 번 정리하고 질문을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f1f1ee657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4dc3f69dcb4431" /><Relationship Type="http://schemas.openxmlformats.org/officeDocument/2006/relationships/slideLayout" Target="/ppt/slideLayouts/slideLayout1.xml" Id="R6f49500630fc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9500630fc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d55819ede4bcd" /><Relationship Type="http://schemas.openxmlformats.org/officeDocument/2006/relationships/notesSlide" Target="/ppt/notesSlides/notesSlide1.xml" Id="R521f82c63ab9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3e5db02f44474" /><Relationship Type="http://schemas.openxmlformats.org/officeDocument/2006/relationships/notesSlide" Target="/ppt/notesSlides/notesSlide2.xml" Id="R408d67df605448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35873007e4324" /><Relationship Type="http://schemas.openxmlformats.org/officeDocument/2006/relationships/notesSlide" Target="/ppt/notesSlides/notesSlide3.xml" Id="R6980db8e0b38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2c3640b4e469b" /><Relationship Type="http://schemas.openxmlformats.org/officeDocument/2006/relationships/image" Target="/ppt/media/image.png" Id="R7ace2cc5b3654a15" /><Relationship Type="http://schemas.openxmlformats.org/officeDocument/2006/relationships/notesSlide" Target="/ppt/notesSlides/notesSlide4.xml" Id="R1cb86a2edfe143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3210737304b88" /><Relationship Type="http://schemas.openxmlformats.org/officeDocument/2006/relationships/notesSlide" Target="/ppt/notesSlides/notesSlide5.xml" Id="R3334f9570e08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6491a70641c1" /><Relationship Type="http://schemas.openxmlformats.org/officeDocument/2006/relationships/image" Target="/ppt/media/image2.png" Id="Rb547c383edeb4589" /><Relationship Type="http://schemas.openxmlformats.org/officeDocument/2006/relationships/notesSlide" Target="/ppt/notesSlides/notesSlide6.xml" Id="R540149604c94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6c6bb1b044882" /><Relationship Type="http://schemas.openxmlformats.org/officeDocument/2006/relationships/notesSlide" Target="/ppt/notesSlides/notesSlide7.xml" Id="R67c39d7cc82c47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abf3f3c444f81" /><Relationship Type="http://schemas.openxmlformats.org/officeDocument/2006/relationships/notesSlide" Target="/ppt/notesSlides/notesSlide8.xml" Id="R86e1678e31b7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5e9084f444449" /><Relationship Type="http://schemas.openxmlformats.org/officeDocument/2006/relationships/notesSlide" Target="/ppt/notesSlides/notesSlide9.xml" Id="R8c11b774684048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483DF744-A808-411B-9180-72E5C2C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/>
              <a:t>Codex Session
Manager 1.1.0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A0CC97F-CD08-40A8-BF58-EA5A9776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E6570"/>
                </a:solidFill>
              </a:rPr>
              <a:t>Windows 10/11 설치 · 실행 · 설정 · 배포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961F2E2-EE4F-4615-A0CC-06F5E4B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B68D1"/>
                </a:solidFill>
              </a:rPr>
              <a:t>WINDOWS USER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BE025-04B8-42F2-8B0D-F115766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8D1"/>
          </a:solidFill>
          <a:ln xmlns:a="http://schemas.openxmlformats.org/drawingml/2006/main" w="0">
            <a:solidFill>
              <a:srgbClr val="0B6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E4931-8CC8-40CC-98B4-BADFA3A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05050"/>
            <a:ext cx="114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FIND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PREVIEW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328462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0632486-25EA-4B63-8F92-838CB67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43B404C-2634-493A-9160-CED41DF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사용 흐름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3AA2C0C-6690-4888-B8EA-B57210ED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7573F2F-741B-4B8B-9FCB-6EF2A78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0A845AA-405B-488C-8F57-2DA2F21A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42F0A04-37A5-440E-BB3D-3139CC92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준비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96E3F2A-B7D3-46F6-A4AB-06D553DC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실행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6373C8D-7933-4A4D-80AA-749ABE6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재개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DE58F1B-50A1-4C58-A833-6913D93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PowerShell에서 시작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npm install 후 npm start로 앱 실행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F16B46F-A3E9-4778-9D4E-B3FBC2F5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Node.js + Codex CLI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Node.js 22.12 이상과 로그인된 Codex CLI 준비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81043F9-95A5-49B5-8CB1-0601720A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Enter로 이어하기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선택한 UUID를 cmd.exe 새 창에서 재개</a:t>
            </a:r>
          </a:p>
        </p:txBody>
      </p:sp>
    </p:spTree>
    <p:extLst>
      <p:ext uri="{BB962C8B-B14F-4D97-AF65-F5344CB8AC3E}">
        <p14:creationId xmlns:p14="http://schemas.microsoft.com/office/powerpoint/2010/main" val="291939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8ED7C-6A62-495A-A02C-7A13168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02 · INSTALL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A214C-FC50-4A42-8050-7D89AC83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Windows 사전 설치와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2240-9B4D-4FBA-94EF-43876A6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7339F-BB9D-4C6A-8C21-C3D880D1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286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558F5-6190-4D9F-8EAE-A9A43BD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C8054-88D2-4074-9A38-9240DA98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867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node --version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install -g @openai/codex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codex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# 첫 실행에서 로그인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68480-C566-4915-B9FD-404537C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743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B0F4D-A625-4374-BBAA-B0B81EC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49AE1-50E3-428F-A338-9835C414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22.12 이상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F4018-0CE7-413C-98DC-7691E0C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4743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D9C21-FB58-4902-84F0-A843FBE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D3E7E-4883-4494-9525-FCF0820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CLI 설치와 로그인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EEE1A-7E59-41BE-AD30-C6F2036E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4743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5609F-6E14-4E6C-92C0-2FE46033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195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5C55D-01A6-4FFA-9840-10A8598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004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%USERPROFILE%\.codex\sessions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314DE-4A73-409E-B2BE-BC398A2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4743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2E9CF-E070-4D56-A837-F5DBD9E9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FCF9B-A35A-47E1-8A78-BB89FB3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sessions 폴더 읽기 권한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2E738-9BF1-47AC-9B41-09BED344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Codex CLI 첫 실행 시 로그인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4556C-4A09-420D-A404-369AD3D6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세션이 1개 이상 있어야 목록 표시</a:t>
            </a:r>
          </a:p>
        </p:txBody>
      </p:sp>
    </p:spTree>
    <p:extLst>
      <p:ext uri="{BB962C8B-B14F-4D97-AF65-F5344CB8AC3E}">
        <p14:creationId xmlns:p14="http://schemas.microsoft.com/office/powerpoint/2010/main" val="521465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67926-179D-443A-9A91-55D9602E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03 ·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F616F-C2FB-4FBD-B7F3-10FBBAEE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프로젝트에서 앱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08145-DD50-4334-A487-13C5E60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3328-E015-42B9-B781-A190D61C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381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FA85F-2217-4644-A1DF-78CD196E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4956D-31DF-427D-BA36-DE1DEB68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962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cd session-manager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install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A12F-DD8B-44A0-BDAF-FDDFC60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66484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0E1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e2cc5b3654a15"/>
          <a:stretch xmlns:a="http://schemas.openxmlformats.org/drawingml/2006/main"/>
        </p:blipFill>
        <p:spPr>
          <a:xfrm xmlns:a="http://schemas.openxmlformats.org/drawingml/2006/main">
            <a:off x="5678805" y="1790700"/>
            <a:ext cx="5577840" cy="34861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D31E4-2F09-4903-836A-504120C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5170B-111E-48DC-90BD-6412355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B0ADD-14F0-45C8-BCB4-992E2DB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 CLI 연결됨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F862C-980E-4BC0-8507-CDE29F6F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1A2A5-5EE8-490C-AD4E-CDD9332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3684A-E2FE-4669-86A2-13782D6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선택 후 대화 미리보기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8CCCA-AA8C-419D-B088-D0E2F455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2AA54-0340-4220-A61E-734BD94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C1194-398B-4087-A391-E610541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91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Enter로 새 터미널 재개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EFC1C-CEB4-43EF-B319-1849A5A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Windows PowerShell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26F28-90F7-4ABD-B3CC-63D4E17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실제 앱 화면은 비식별 데모 데이터</a:t>
            </a:r>
          </a:p>
        </p:txBody>
      </p:sp>
    </p:spTree>
    <p:extLst>
      <p:ext uri="{BB962C8B-B14F-4D97-AF65-F5344CB8AC3E}">
        <p14:creationId xmlns:p14="http://schemas.microsoft.com/office/powerpoint/2010/main" val="612545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9806F-C436-403A-887B-2123CEC0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04 ·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A05B7-EC8E-4626-B33C-9A1348D0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또는 CLI 경로가 다를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0109A-DF4D-41F5-80BD-15D3818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EDAB1-8B66-4AEB-9701-30D5A742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28CB7-CF24-4728-8859-AEE2F22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35053-A349-4CBB-A57C-72028C4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$env:CODEX_HOME="$HOME\.codex"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$env:CODEX_PATH="$env:APPDATA\npm\codex.cmd"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4AAD-2E0C-41EB-8FBE-16BC509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E6D82-73C2-4AA6-B554-75395C7F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99CFD-7D86-4493-8A16-48E0D19F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62400"/>
            <a:ext cx="996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앱은 CODEX_HOME\sessions를 읽음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839E-BABF-428C-8C72-9324140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D6A73-3EA4-468D-8ABC-B2FCA2B3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21BB-4F86-4678-8B82-5B716106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996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codex.cmd가 일반 PATH에 없으면 CODEX_PATH 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EE691-EA1B-426A-A468-159BDAB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7F40D-2C06-473D-BA82-881F8B2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F1A21-3E58-4503-AFDB-F718692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95900"/>
            <a:ext cx="996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상단 “세션 폴더”로 실제 sessions 경로 선택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ABB5F-8CDA-437A-8B73-C63FCDCD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Windows 기본 세션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1A8E5-9A66-4F82-82F2-23AD61F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%USERPROFILE%\.codex\sessions</a:t>
            </a:r>
          </a:p>
        </p:txBody>
      </p:sp>
    </p:spTree>
    <p:extLst>
      <p:ext uri="{BB962C8B-B14F-4D97-AF65-F5344CB8AC3E}">
        <p14:creationId xmlns:p14="http://schemas.microsoft.com/office/powerpoint/2010/main" val="661235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0198A-2125-41A0-B4BC-88EE9A33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05 · RESUME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21D9A-A998-4A0D-86FA-2184C18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Windows 터미널에서 세션 이어하기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A9EE-73C7-4B4F-AC59-048B058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2CF87-AD7B-42AF-821B-AB425B9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74676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B0E1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7c383edeb4589"/>
          <a:stretch xmlns:a="http://schemas.openxmlformats.org/drawingml/2006/main"/>
        </p:blipFill>
        <p:spPr>
          <a:xfrm xmlns:a="http://schemas.openxmlformats.org/drawingml/2006/main">
            <a:off x="4812030" y="1695450"/>
            <a:ext cx="6492240" cy="40576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C84A7-FB43-4BF2-A189-5527913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5623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9BFCF-86B6-421A-9B88-A4C782A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앱 내부 동작 개념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E2609-D77F-4738-959F-60ED8F3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cmd.exe /d /k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"&lt;CODEX_PATH&gt;"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resume &lt;UUID&gt;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FD9A2-C001-43BD-9647-C8F3694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3562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1D3CE-0BE8-42B6-B95B-AD396B7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E5FF0-F94B-4335-A6BD-E283E933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623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UUID 전체 형식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CA34B-7DAB-439C-9E86-17F2217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3562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7D633-2A9D-44CF-899E-00A711C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CWD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AB726-9B5B-4C34-8387-BB6F259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작업 경로에서 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333CA-AB77-4997-B318-A5439592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3562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FE73-5565-42D4-B6F7-C1D8BB62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NEW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BBC91-72D5-4A54-93CE-C058EC37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cmd.exe 창 유지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44A1D-28ED-4327-AF9A-F326B01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Enter 또는 녹색 버튼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351F2-9036-4DD4-8DD1-26D00F93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codex resume &lt;SESSION_ID&gt;</a:t>
            </a:r>
          </a:p>
        </p:txBody>
      </p:sp>
    </p:spTree>
    <p:extLst>
      <p:ext uri="{BB962C8B-B14F-4D97-AF65-F5344CB8AC3E}">
        <p14:creationId xmlns:p14="http://schemas.microsoft.com/office/powerpoint/2010/main" val="1893129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54A1E-6E9A-4269-8EC5-E42C0F1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06 ·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B9E2-B4BE-4C6E-81CD-42E02FC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Windows 설치 프로그램과 Portable EXE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37158-A135-49F6-ABC8-D3FA20A0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0333E-64AC-4999-9FCA-9B5FD969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6D7C-8412-4CC2-B2F6-725148DE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2F9CC-740A-4989-96DD-8726C53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67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test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run dist:win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ABE63-6270-408E-BDD8-FE91D1E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6743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8839E-780A-440F-B0E8-D0B50256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NSIS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B7D85-DD4E-4DEC-AA1D-6813D1D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설치 위치 선택형 Setup.exe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3024-6D62-4659-9505-BC32F01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6743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5ED92-FC2A-4510-9DAA-178D679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PORTABLE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219EF-C75B-4DDD-B38B-E320ECA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설치 없는 Portable.exe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BF22A-B2CE-498C-A7B6-C86CBA6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6743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509DF-2E29-4F5F-B3E9-E9724A6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828D6-0908-412C-B41A-330EE7C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release/ 폴더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D4467-DD6A-435B-95A9-AB7A1C6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6743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96BAF-14CC-4960-9F92-0D5EC7A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29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CC5E0-E91B-479E-AFD2-93B3D47C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대외 배포 전 코드 서명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6A44F-57E7-4716-BE21-3CA3ACF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64EA3-A08A-4999-9A14-7099895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Mac 검증: win-unpacked x64 본체 생성 성공</a:t>
            </a:r>
          </a:p>
          <a:p xmlns:a="http://schemas.openxmlformats.org/drawingml/2006/main">
            <a:pPr algn="l">
              <a:def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Windows 최종 검증: NSIS 설치 · 실행 · 세션 재개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E30D7-41BB-4917-9195-A9041A22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Windows x64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12FEA-A60A-4807-830F-D4AC639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실제 Windows에서 최종 설치/실행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9637770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A0D6AB6-0318-49A7-BF5F-3D2F813B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C11A7CE-FE7D-4117-9155-52E8886B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926C74B-4F2F-48A7-B4BD-C9C0700F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CB7544B-1D82-4DAD-AD73-01C1905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B2357F3-9AAF-4D04-A486-A4DEFBC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제공 준비 상태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91F5C0-E032-4FFF-BAE7-685E1D52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자동 테스트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7053B6-1643-44D9-8008-BA9C60A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최종 단계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2965343-B928-471D-8BF5-D69F5E2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x64 GUI 본체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4641133-F60F-4989-A37B-B3DDA2E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11/11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46D5491-3831-4A80-9F9E-3D318A69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PE32+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FE29699-726C-4A6D-94B7-FB5B65A9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1B4BC0-9F06-43EE-95BD-A264E40A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소스, 테스트, x64 앱 본체까지 확인했고 실제 Windows 최종 검증 단계가 남았습니다.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00210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CA531D30-10E0-49CE-BBA2-CE7AA0E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/>
              <a:t>설치. 실행.
이어하기.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64CFFDA-8772-4FAA-AE90-3B304C5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codex --version 확인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npm start로 앱 실행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Windows에서 dist:win 최종 빌드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E384F96-CA7F-4E75-B914-D5ACEE29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68D1"/>
                </a:solidFill>
              </a:rPr>
              <a:t>WINDOWS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A55D3-1F69-4F1E-8AD7-FDABFF21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5623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68D1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2BA02-118D-4037-826E-289211E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76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8946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2026-08-11T13:27:10.3270000Z</dcterms:created>
  <dcterms:modified xsi:type="dcterms:W3CDTF">2026-08-11T13:27:10.3270000Z</dcterms:modified>
</coreProperties>
</file>