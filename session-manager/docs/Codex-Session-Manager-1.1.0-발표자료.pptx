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896dee4e914229" /><Relationship Type="http://schemas.openxmlformats.org/officeDocument/2006/relationships/extended-properties" Target="/docProps/app.xml" Id="R97e4706b6bf14b00" /><Relationship Type="http://schemas.openxmlformats.org/officeDocument/2006/relationships/officeDocument" Target="/ppt/presentation.xml" Id="Rd66a5a25398344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48a3203e24571"/>
  </p:sldMasterIdLst>
  <p:notesMasterIdLst>
    <p:notesMasterId xmlns:r="http://schemas.openxmlformats.org/officeDocument/2006/relationships" r:id="R605c3a8020b5428e"/>
  </p:notesMasterIdLst>
  <p:sldIdLst>
    <p:sldId xmlns:r="http://schemas.openxmlformats.org/officeDocument/2006/relationships" id="256" r:id="Rabff1b799c7b4553"/>
    <p:sldId xmlns:r="http://schemas.openxmlformats.org/officeDocument/2006/relationships" id="257" r:id="R174299d2269143c5"/>
    <p:sldId xmlns:r="http://schemas.openxmlformats.org/officeDocument/2006/relationships" id="258" r:id="R93a0c8ecf27f47ce"/>
    <p:sldId xmlns:r="http://schemas.openxmlformats.org/officeDocument/2006/relationships" id="259" r:id="Rce8f1dd0f2c24778"/>
    <p:sldId xmlns:r="http://schemas.openxmlformats.org/officeDocument/2006/relationships" id="260" r:id="R07ea55fcf9c74ed5"/>
    <p:sldId xmlns:r="http://schemas.openxmlformats.org/officeDocument/2006/relationships" id="261" r:id="Rb4e342ddd7aa48be"/>
    <p:sldId xmlns:r="http://schemas.openxmlformats.org/officeDocument/2006/relationships" id="262" r:id="R58c4914856e840ab"/>
    <p:sldId xmlns:r="http://schemas.openxmlformats.org/officeDocument/2006/relationships" id="263" r:id="Ra2b482294d604fb8"/>
    <p:sldId xmlns:r="http://schemas.openxmlformats.org/officeDocument/2006/relationships" id="264" r:id="Rabb4ab7be6b34218"/>
    <p:sldId xmlns:r="http://schemas.openxmlformats.org/officeDocument/2006/relationships" id="265" r:id="Rc2e854cfffd94d02"/>
    <p:sldId xmlns:r="http://schemas.openxmlformats.org/officeDocument/2006/relationships" id="266" r:id="R827fac583b964374"/>
    <p:sldId xmlns:r="http://schemas.openxmlformats.org/officeDocument/2006/relationships" id="267" r:id="R318cbbd2f459425e"/>
    <p:sldId xmlns:r="http://schemas.openxmlformats.org/officeDocument/2006/relationships" id="268" r:id="R6228786b21da42e1"/>
    <p:sldId xmlns:r="http://schemas.openxmlformats.org/officeDocument/2006/relationships" id="269" r:id="R12eedf42566142ce"/>
    <p:sldId xmlns:r="http://schemas.openxmlformats.org/officeDocument/2006/relationships" id="270" r:id="R9fc32865269c4f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ca03f8ffd54826" /><Relationship Type="http://schemas.openxmlformats.org/officeDocument/2006/relationships/slideMaster" Target="/ppt/slideMasters/slideMaster1.xml" Id="R1e848a3203e24571" /><Relationship Type="http://schemas.openxmlformats.org/officeDocument/2006/relationships/notesMaster" Target="/ppt/notesMasters/notesMaster1.xml" Id="R605c3a8020b5428e" /><Relationship Type="http://schemas.openxmlformats.org/officeDocument/2006/relationships/presProps" Target="/ppt/presProps.xml" Id="R2b9c08090a8b4ef0" /><Relationship Type="http://schemas.openxmlformats.org/officeDocument/2006/relationships/tableStyles" Target="/ppt/tableStyles.xml" Id="Ra93810ddbb2a459f" /><Relationship Type="http://schemas.openxmlformats.org/officeDocument/2006/relationships/slide" Target="/ppt/slides/slide1.xml" Id="Rabff1b799c7b4553" /><Relationship Type="http://schemas.openxmlformats.org/officeDocument/2006/relationships/slide" Target="/ppt/slides/slide2.xml" Id="R174299d2269143c5" /><Relationship Type="http://schemas.openxmlformats.org/officeDocument/2006/relationships/slide" Target="/ppt/slides/slide3.xml" Id="R93a0c8ecf27f47ce" /><Relationship Type="http://schemas.openxmlformats.org/officeDocument/2006/relationships/slide" Target="/ppt/slides/slide4.xml" Id="Rce8f1dd0f2c24778" /><Relationship Type="http://schemas.openxmlformats.org/officeDocument/2006/relationships/slide" Target="/ppt/slides/slide5.xml" Id="R07ea55fcf9c74ed5" /><Relationship Type="http://schemas.openxmlformats.org/officeDocument/2006/relationships/slide" Target="/ppt/slides/slide6.xml" Id="Rb4e342ddd7aa48be" /><Relationship Type="http://schemas.openxmlformats.org/officeDocument/2006/relationships/slide" Target="/ppt/slides/slide7.xml" Id="R58c4914856e840ab" /><Relationship Type="http://schemas.openxmlformats.org/officeDocument/2006/relationships/slide" Target="/ppt/slides/slide8.xml" Id="Ra2b482294d604fb8" /><Relationship Type="http://schemas.openxmlformats.org/officeDocument/2006/relationships/slide" Target="/ppt/slides/slide9.xml" Id="Rabb4ab7be6b34218" /><Relationship Type="http://schemas.openxmlformats.org/officeDocument/2006/relationships/slide" Target="/ppt/slides/slide10.xml" Id="Rc2e854cfffd94d02" /><Relationship Type="http://schemas.openxmlformats.org/officeDocument/2006/relationships/slide" Target="/ppt/slides/slide11.xml" Id="R827fac583b964374" /><Relationship Type="http://schemas.openxmlformats.org/officeDocument/2006/relationships/slide" Target="/ppt/slides/slide12.xml" Id="R318cbbd2f459425e" /><Relationship Type="http://schemas.openxmlformats.org/officeDocument/2006/relationships/slide" Target="/ppt/slides/slide13.xml" Id="R6228786b21da42e1" /><Relationship Type="http://schemas.openxmlformats.org/officeDocument/2006/relationships/slide" Target="/ppt/slides/slide14.xml" Id="R12eedf42566142ce" /><Relationship Type="http://schemas.openxmlformats.org/officeDocument/2006/relationships/slide" Target="/ppt/slides/slide15.xml" Id="R9fc32865269c4f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800d5dea94a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8429d7dfc40e2" /><Relationship Type="http://schemas.openxmlformats.org/officeDocument/2006/relationships/notesMaster" Target="/ppt/notesMasters/notesMaster1.xml" Id="R8c6570e6c32b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e71335a2504e57" /><Relationship Type="http://schemas.openxmlformats.org/officeDocument/2006/relationships/notesMaster" Target="/ppt/notesMasters/notesMaster1.xml" Id="R85da73da12eb4f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4424dc0ac54c2a" /><Relationship Type="http://schemas.openxmlformats.org/officeDocument/2006/relationships/notesMaster" Target="/ppt/notesMasters/notesMaster1.xml" Id="R0f25ec94266a46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dcffff9f64dad" /><Relationship Type="http://schemas.openxmlformats.org/officeDocument/2006/relationships/notesMaster" Target="/ppt/notesMasters/notesMaster1.xml" Id="Rd94d9196e55747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587454ddac4549" /><Relationship Type="http://schemas.openxmlformats.org/officeDocument/2006/relationships/notesMaster" Target="/ppt/notesMasters/notesMaster1.xml" Id="R1addabf7466c4a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3f8b07b2414403" /><Relationship Type="http://schemas.openxmlformats.org/officeDocument/2006/relationships/notesMaster" Target="/ppt/notesMasters/notesMaster1.xml" Id="Rbd3b6f0f7dc747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693545a63542f4" /><Relationship Type="http://schemas.openxmlformats.org/officeDocument/2006/relationships/notesMaster" Target="/ppt/notesMasters/notesMaster1.xml" Id="R3002c1fc81ad49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253b88bd640f5" /><Relationship Type="http://schemas.openxmlformats.org/officeDocument/2006/relationships/notesMaster" Target="/ppt/notesMasters/notesMaster1.xml" Id="R74921613084042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505a97f5d64f93" /><Relationship Type="http://schemas.openxmlformats.org/officeDocument/2006/relationships/notesMaster" Target="/ppt/notesMasters/notesMaster1.xml" Id="Rddfffe63859443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7549ae69e84eb0" /><Relationship Type="http://schemas.openxmlformats.org/officeDocument/2006/relationships/notesMaster" Target="/ppt/notesMasters/notesMaster1.xml" Id="Rfbf20a7a3c1643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8d0310fee242bb" /><Relationship Type="http://schemas.openxmlformats.org/officeDocument/2006/relationships/notesMaster" Target="/ppt/notesMasters/notesMaster1.xml" Id="R2fd12bd06d294c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cd06bd0a8b48dd" /><Relationship Type="http://schemas.openxmlformats.org/officeDocument/2006/relationships/notesMaster" Target="/ppt/notesMasters/notesMaster1.xml" Id="Rd4ca96c919e844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a15fe317c647eb" /><Relationship Type="http://schemas.openxmlformats.org/officeDocument/2006/relationships/notesMaster" Target="/ppt/notesMasters/notesMaster1.xml" Id="R281d9421b41745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46aeaf2c544328" /><Relationship Type="http://schemas.openxmlformats.org/officeDocument/2006/relationships/notesMaster" Target="/ppt/notesMasters/notesMaster1.xml" Id="Rcfe39ebb91614c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53e553a0ce4091" /><Relationship Type="http://schemas.openxmlformats.org/officeDocument/2006/relationships/notesMaster" Target="/ppt/notesMasters/notesMaster1.xml" Id="R5ad006bc1de44c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사용자를 주 대상으로 제품 목적과 발표 범위를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session-manager/package.json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· FIND: 세션 찾기 — ~/.codex/sessions의 JSONL을 읽고 최근 활동순으로 목록화</a:t>
            </a:r>
          </a:p>
          <a:p xmlns:a="http://schemas.openxmlformats.org/drawingml/2006/main">
            <a:r>
              <a:t>02 · PREVIEW: 대화 미리보기 — 첫 요청, 최근 답변, 작업 경로와 대화 전문을 한 화면에서 확인</a:t>
            </a:r>
          </a:p>
          <a:p xmlns:a="http://schemas.openxmlformats.org/drawingml/2006/main">
            <a:r>
              <a:t>03 · RESUME: 터미널 이어하기 — 검증된 UUID로 새 터미널에서 codex resume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session-manager/src/session-service.js</a:t>
            </a:r>
          </a:p>
          <a:p xmlns:a="http://schemas.openxmlformats.org/drawingml/2006/main">
            <a:r>
              <a:t>- session-manager/src/terminal-service.js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Node.js, Codex CLI, 세션 폴더, 읽기 권한을 순서대로 확인합니다.</a:t>
            </a:r>
          </a:p>
          <a:p xmlns:a="http://schemas.openxmlformats.org/drawingml/2006/main">
            <a:r>
              <a:t>Codex CLI 첫 실행에서 로그인을 완료합니다.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 명령을 복사해 PowerShell에서 시연합니다.</a:t>
            </a:r>
          </a:p>
          <a:p xmlns:a="http://schemas.openxmlformats.org/drawingml/2006/main">
            <a:r>
              <a:t>앱이 뜨면 상태 표시줄과 세션 경로를 먼저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session-manager/package.json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좌측 목록에서 최근 세션을 찾고 우측에서 대화와 UUID를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session-manager/docs/presentation/assets/app-overview.png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슬래시 키로 검색을 시작하고 화살표 키로 이동하는 흐름을 시연합니다.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session-manager/docs/presentation/assets/app-search.png</a:t>
            </a:r>
          </a:p>
          <a:p xmlns:a="http://schemas.openxmlformats.org/drawingml/2006/main">
            <a:r>
              <a:t>- session-manager/src/renderer.js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녹색 버튼 또는 Enter를 누르면 검증된 세션 ID가 새 Windows 터미널로 전달됩니다.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https://learn.chatgpt.com/docs/developer-commands?surface=cli#cli-codex-resume</a:t>
            </a:r>
          </a:p>
          <a:p xmlns:a="http://schemas.openxmlformats.org/drawingml/2006/main">
            <a:r>
              <a:t>- session-manager/src/terminal-service.js</a:t>
            </a:r>
          </a:p>
          <a:p xmlns:a="http://schemas.openxmlformats.org/drawingml/2006/main">
            <a:r>
              <a:t>- session-manager/docs/presentation/assets/app-detail.png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직접 파일 시스템이나 Node.js에 접근하지 않고 preload를 통해 제한된 기능만 호출합니다.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session-manager/src/main.js</a:t>
            </a:r>
          </a:p>
          <a:p xmlns:a="http://schemas.openxmlformats.org/drawingml/2006/main">
            <a:r>
              <a:t>- session-manager/src/preload.js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크기와 손상 가능성을 고려해 줄 단위 파서를 사용합니다.</a:t>
            </a:r>
          </a:p>
          <a:p xmlns:a="http://schemas.openxmlformats.org/drawingml/2006/main">
            <a:r>
              <a:t>코드의 catch 블록이 손상된 JSON 한 줄만 건너뛰는 핵심입니다.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session-manager/src/session-service.js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목록은 80개씩 렌더링하고 선택 위치에 맞춰 필요한 만큼만 확장합니다.</a:t>
            </a:r>
          </a:p>
          <a:p xmlns:a="http://schemas.openxmlformats.org/drawingml/2006/main">
            <a:r>
              <a:t>Windows에서는 cmd.exe 새 창과 저장된 작업 경로를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session-manager/src/renderer.js</a:t>
            </a:r>
          </a:p>
          <a:p xmlns:a="http://schemas.openxmlformats.org/drawingml/2006/main">
            <a:r>
              <a:t>- session-manager/src/terminal-service.js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터미널에서는 codex가 되지만 앱에서 못 찾는 경우 CODEX_PATH를 지정합니다.</a:t>
            </a:r>
          </a:p>
          <a:p xmlns:a="http://schemas.openxmlformats.org/drawingml/2006/main">
            <a:r>
              <a:t>세션 위치가 다르면 CODEX_HOME 또는 UI 폴더 선택을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session-manager/src/main.js</a:t>
            </a:r>
          </a:p>
          <a:p xmlns:a="http://schemas.openxmlformats.org/drawingml/2006/main">
            <a:r>
              <a:t>- session-manager/src/terminal-service.js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앱 본체는 x64 PE32+로 패키징되었습니다.</a:t>
            </a:r>
          </a:p>
          <a:p xmlns:a="http://schemas.openxmlformats.org/drawingml/2006/main">
            <a:r>
              <a:t>NSIS 설치 프로그램과 실제 실행은 Windows PC에서 최종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session-manager/package.json</a:t>
            </a:r>
          </a:p>
          <a:p xmlns:a="http://schemas.openxmlformats.org/drawingml/2006/main">
            <a:r>
              <a:t>- session-manager/README.md</a:t>
            </a:r>
          </a:p>
          <a:p xmlns:a="http://schemas.openxmlformats.org/drawingml/2006/main">
            <a:r>
              <a:t>- release/win-unpacked/Codex Session Manager.exe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11/11: 자동 테스트 통과</a:t>
            </a:r>
          </a:p>
          <a:p xmlns:a="http://schemas.openxmlformats.org/drawingml/2006/main">
            <a:r>
              <a:t>0: npm audit 취약점</a:t>
            </a:r>
          </a:p>
          <a:p xmlns:a="http://schemas.openxmlformats.org/drawingml/2006/main">
            <a:r>
              <a:t>x64: Windows 앱 본체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npm test 실행 결과 2026-08-11</a:t>
            </a:r>
          </a:p>
          <a:p xmlns:a="http://schemas.openxmlformats.org/drawingml/2006/main">
            <a:r>
              <a:t>- npm audit --audit-level=high 실행 결과 2026-08-11</a:t>
            </a:r>
          </a:p>
          <a:p xmlns:a="http://schemas.openxmlformats.org/drawingml/2006/main">
            <a:r>
              <a:t>- npx electron-builder --win --x64 --dir 실행 결과 2026-08-11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유형을 세션 경로, CLI 경로, 재개 cwd, 설치기 순서로 좁혀 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session-manager/README.md</a:t>
            </a:r>
          </a:p>
          <a:p xmlns:a="http://schemas.openxmlformats.org/drawingml/2006/main">
            <a:r>
              <a:t>- session-manager/src/terminal-service.js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메시지를 다시 한 번 정리하고 질문을 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session-manager/README.md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674f5a85e4f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6cd8f9acc4886" /><Relationship Type="http://schemas.openxmlformats.org/officeDocument/2006/relationships/slideLayout" Target="/ppt/slideLayouts/slideLayout1.xml" Id="R0df84adff8424b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f84adff8424b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eb6e746454610" /><Relationship Type="http://schemas.openxmlformats.org/officeDocument/2006/relationships/notesSlide" Target="/ppt/notesSlides/notesSlide1.xml" Id="R8c8115d4bae64f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8d79dd32e4b0e" /><Relationship Type="http://schemas.openxmlformats.org/officeDocument/2006/relationships/notesSlide" Target="/ppt/notesSlides/notesSlide2.xml" Id="R4c8ff73f2cbe48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4c2ebf284460b" /><Relationship Type="http://schemas.openxmlformats.org/officeDocument/2006/relationships/notesSlide" Target="/ppt/notesSlides/notesSlide3.xml" Id="Re6f95ee3773242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423188d20413c" /><Relationship Type="http://schemas.openxmlformats.org/officeDocument/2006/relationships/notesSlide" Target="/ppt/notesSlides/notesSlide4.xml" Id="R23f82b4e77f643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59f6105f042bb" /><Relationship Type="http://schemas.openxmlformats.org/officeDocument/2006/relationships/image" Target="/ppt/media/image.png" Id="R6fe38ead38dc4625" /><Relationship Type="http://schemas.openxmlformats.org/officeDocument/2006/relationships/notesSlide" Target="/ppt/notesSlides/notesSlide5.xml" Id="R40c822d28eba40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f92f241234ea5" /><Relationship Type="http://schemas.openxmlformats.org/officeDocument/2006/relationships/image" Target="/ppt/media/image2.png" Id="R2740a6f9b0a3499a" /><Relationship Type="http://schemas.openxmlformats.org/officeDocument/2006/relationships/notesSlide" Target="/ppt/notesSlides/notesSlide6.xml" Id="R18f984d923c644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4bed46fa14a75" /><Relationship Type="http://schemas.openxmlformats.org/officeDocument/2006/relationships/image" Target="/ppt/media/image3.png" Id="Rbc2e8905eb83472e" /><Relationship Type="http://schemas.openxmlformats.org/officeDocument/2006/relationships/notesSlide" Target="/ppt/notesSlides/notesSlide7.xml" Id="R212f6747792b43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bcd1aa8c14919" /><Relationship Type="http://schemas.openxmlformats.org/officeDocument/2006/relationships/notesSlide" Target="/ppt/notesSlides/notesSlide8.xml" Id="R0af2a7b08cd743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b7c8388e84bff" /><Relationship Type="http://schemas.openxmlformats.org/officeDocument/2006/relationships/notesSlide" Target="/ppt/notesSlides/notesSlide9.xml" Id="Rec845eba3e324a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3a4f25baf47d9" /><Relationship Type="http://schemas.openxmlformats.org/officeDocument/2006/relationships/notesSlide" Target="/ppt/notesSlides/notesSlide10.xml" Id="R6d212b09d64144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ac3568ce8486a" /><Relationship Type="http://schemas.openxmlformats.org/officeDocument/2006/relationships/notesSlide" Target="/ppt/notesSlides/notesSlide11.xml" Id="Radfafe01560b4a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1deee0ed341e0" /><Relationship Type="http://schemas.openxmlformats.org/officeDocument/2006/relationships/notesSlide" Target="/ppt/notesSlides/notesSlide12.xml" Id="R90afa7d2174c4c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68a9aef974bec" /><Relationship Type="http://schemas.openxmlformats.org/officeDocument/2006/relationships/notesSlide" Target="/ppt/notesSlides/notesSlide13.xml" Id="R24e612cc4af94f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f7cf0a2a94675" /><Relationship Type="http://schemas.openxmlformats.org/officeDocument/2006/relationships/notesSlide" Target="/ppt/notesSlides/notesSlide14.xml" Id="R77dcbb19090c4f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b573c85764837" /><Relationship Type="http://schemas.openxmlformats.org/officeDocument/2006/relationships/notesSlide" Target="/ppt/notesSlides/notesSlide15.xml" Id="R3645f7548f6143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162075CC-2E13-4438-B189-37075919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/>
              <a:t>Codex Session
Manager 1.1.0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FE0023B-8279-47B9-83A1-FA9CC118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000"/>
              </a:spcBef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5E6570"/>
                </a:solidFill>
              </a:rPr>
              <a:t>실제 화면 · 핵심 코드 · 실행/설정/배포 가이드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710D286-79A4-4ED6-83C6-DEB5C27E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B68D1"/>
                </a:solidFill>
              </a:rPr>
              <a:t>WINDOWS-FIRST · macOS COMPATIBLE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D72F7-B03E-433F-AEB3-4F9808B1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8D1"/>
          </a:solidFill>
          <a:ln xmlns:a="http://schemas.openxmlformats.org/drawingml/2006/main" w="0">
            <a:solidFill>
              <a:srgbClr val="0B6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9921C-D297-4566-AFF4-DF5FAE0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05050"/>
            <a:ext cx="114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FIND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PREVIEW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</p:spTree>
    <p:extLst>
      <p:ext uri="{BB962C8B-B14F-4D97-AF65-F5344CB8AC3E}">
        <p14:creationId xmlns:p14="http://schemas.microsoft.com/office/powerpoint/2010/main" val="19830674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2D0ED2A-D56E-4D68-994D-5EA73232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66C345F-070E-41D1-9A75-8732B90B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 탐색을 세 단계로 단순화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7503099-3A89-4143-8BDD-7C6432D2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99B2B9A-3860-4A30-8E8B-F3BC097F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24AEC40-BB84-40D0-B9EF-7E456DD9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93D2E64-E1E0-4728-887A-8187315E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01 · FIND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36A74CA-FB6D-42FB-9F73-1E5A5BC1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02 · PREVIEW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8C53602-8110-424A-AF11-C60B28A6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03 · RESUME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0C011B5-60F6-42E4-89F8-8821C54F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대화 미리보기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첫 요청, 최근 답변, 작업 경로와 대화 전문을 한 화면에서 확인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50ECD98-2D52-4E34-A41B-A0DF2D23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 찾기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~/.codex/sessions의 JSONL을 읽고 최근 활동순으로 목록화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1122760-624A-4D55-AE2D-5D967F9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터미널 이어하기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검증된 UUID로 새 터미널에서 codex resume 실행</a:t>
            </a:r>
          </a:p>
        </p:txBody>
      </p:sp>
    </p:spTree>
    <p:extLst>
      <p:ext uri="{BB962C8B-B14F-4D97-AF65-F5344CB8AC3E}">
        <p14:creationId xmlns:p14="http://schemas.microsoft.com/office/powerpoint/2010/main" val="1790703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608B38-4894-4E03-9BCF-CBAD5F66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02 · WINDOWS PREREQUISITES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2BCA7-AE5C-49DD-90E4-4DFCB9C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Windows에서 실행 전에 네 가지를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B9E3B-A601-49E7-BC89-AB5B3734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704C5-54B2-4DB4-8052-49FF0BE8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F7245-0B6B-4159-98F7-D04FDAFF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D0419-6051-44A3-A6CD-533AEAE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Node.js 22.12+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1CECF-E0ED-49CA-A936-DC29EC79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A7A0"/>
                </a:solidFill>
                <a:latin typeface="Arial"/>
                <a:ea typeface="Arial"/>
                <a:cs typeface="Arial"/>
              </a:rPr>
              <a:t>node --version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6FC4B-F652-437E-B27C-6FD573D6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Electron 43의 엔진 요구 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025D2-2998-48BE-9EF3-9A0FBC8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8D6E9-C359-4C3C-BDC0-2B981398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57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41220-2202-4C2C-914E-D31437C1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Codex 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2AE7A-97F6-4A14-9D92-071A9937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A7A0"/>
                </a:solidFill>
                <a:latin typeface="Arial"/>
                <a:ea typeface="Arial"/>
                <a:cs typeface="Arial"/>
              </a:rPr>
              <a:t>codex --version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BDD3B-6BC1-47FD-8AC5-4CC62A0D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052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첫 실행 시 로그인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8863A-2538-4A6F-B882-F0344C91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977A4-DCD1-4DC3-A985-8139EF7F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BA336-C656-4366-9E7F-E96F7940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로컬 세션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66104-01B6-4765-95D6-29EB6A1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A7A0"/>
                </a:solidFill>
                <a:latin typeface="Arial"/>
                <a:ea typeface="Arial"/>
                <a:cs typeface="Arial"/>
              </a:rPr>
              <a:t>%USERPROFILE%\.codex\sessions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B6C20-4EB9-4EF8-918D-D8788BAA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Codex CLI 대화가 최소 1개 필요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766FF-DA2C-45B5-AC2D-5A3B955D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B8CB4-AF41-4B5A-91A8-28207A05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DAC7F-AF86-4D37-B3E1-CA2CCAA4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폴더 권한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D2042-AE53-48DB-B3CE-3BF9FD36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A7A0"/>
                </a:solidFill>
                <a:latin typeface="Arial"/>
                <a:ea typeface="Arial"/>
                <a:cs typeface="Arial"/>
              </a:rPr>
              <a:t>Read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E2311-8B88-42F6-9385-F11C21E2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JSONL 파일을 읽을 수 있어야 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EF3B4-4190-4D1B-9C05-3E9ED54E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08B12-701C-4A25-AEE0-4B672E7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WINDOWS POWERSHELL · 설치 후 첫 로그인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0E9D7-D958-4BEE-9809-5CF5003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install -g @openai/codex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56E28-8789-4CE3-842C-70FF4C06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주 대상: Windows 10/11 x64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D2C51-03F7-4632-B533-4BE95206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공식 Codex CLI 설치/로그인 흐름</a:t>
            </a:r>
          </a:p>
        </p:txBody>
      </p:sp>
    </p:spTree>
    <p:extLst>
      <p:ext uri="{BB962C8B-B14F-4D97-AF65-F5344CB8AC3E}">
        <p14:creationId xmlns:p14="http://schemas.microsoft.com/office/powerpoint/2010/main" val="1210604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3579C-ECA0-42AF-B5EE-02671619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03 · RUN LOCALLY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36DF6-46AE-41C3-BA92-B408E167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PowerShell에서 세 명령으로 개발 버전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D0F6C-AC45-4F67-9323-35DF34F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F9517-BA8B-4B81-A337-8C0CD6E3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810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BED2F-4EFC-4AE4-BB1A-0767A155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WINDOWS POWERSHELL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925AF-B7DB-4604-B146-8BBFBDAE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911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# 프로젝트 루트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cd session-manager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# 의존성 설치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install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# 앱 실행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B6C2F-A2CB-4550-840E-3FE87352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21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0F3A3-44CE-4F8F-A3F5-98891D5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716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928F9-5596-4505-BACD-5D570CA0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526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상태 표시줄의 “Codex CLI 연결됨”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8F9F5-91F9-4314-92BC-128510A8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521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B66EE-99E3-4DC2-AB76-E305D1C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F2416-6DA7-407D-8D28-0E5CDFAA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%USERPROFILE%\.codex\sessions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C5D52-7EDD-49CD-91E8-FCE30862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521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40174-720E-4846-86A3-CB0A7DF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MOVE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7317F-3683-4CA3-B297-C61B406A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957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↑ ↓ · Home/End · Page Up/Down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A0BD1-5B7D-4E2D-A743-8BCC89A3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521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FDF62-23A3-4730-BF69-6DDA7A39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863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C6252-EE30-4C4A-AB81-DA1463E4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672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Enter 또는 “터미널에서 이어하기”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FA3D1-2984-42DA-B19E-C9BF7E7A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Windows PowerShell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643B5-0B64-429E-B18D-A2D4452D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macOS Terminal에서도 npm 명령은 동일</a:t>
            </a:r>
          </a:p>
        </p:txBody>
      </p:sp>
    </p:spTree>
    <p:extLst>
      <p:ext uri="{BB962C8B-B14F-4D97-AF65-F5344CB8AC3E}">
        <p14:creationId xmlns:p14="http://schemas.microsoft.com/office/powerpoint/2010/main" val="59701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4BB91-E4A2-43AD-9056-CEE6FA8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04 · LIVE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8540F-474F-4250-B303-F4AE573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 직후: 세션 목록과 대화를 동시에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3AE89-BA03-419B-95ED-B2A0319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71F36-69B4-46B6-B298-2394DFDA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0B0E11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38ead38dc4625"/>
          <a:stretch xmlns:a="http://schemas.openxmlformats.org/drawingml/2006/main"/>
        </p:blipFill>
        <p:spPr>
          <a:xfrm xmlns:a="http://schemas.openxmlformats.org/drawingml/2006/main">
            <a:off x="2788920" y="1619250"/>
            <a:ext cx="6614160" cy="4133850"/>
          </a:xfrm>
          <a:prstGeom xmlns:a="http://schemas.openxmlformats.org/drawingml/2006/main" prst="roundRect">
            <a:avLst/>
          </a:prstGeom>
        </p:spPr>
      </p:pic>
      <p:cxnSp>
        <p:nvCxnSpPr>
          <p:cNvPr id="14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EFB0F-A011-487E-9AD6-122C79A6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12개 발표용 데모 세션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FAE6A-783B-49FD-AD9F-B932DE2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실제 1.1.0 실행 화면 · 비식별 데이터</a:t>
            </a:r>
          </a:p>
        </p:txBody>
      </p:sp>
    </p:spTree>
    <p:extLst>
      <p:ext uri="{BB962C8B-B14F-4D97-AF65-F5344CB8AC3E}">
        <p14:creationId xmlns:p14="http://schemas.microsoft.com/office/powerpoint/2010/main" val="1681769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4C889-50FB-46EE-84DB-A00BEDB2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05 · SEARCH &amp; KEYBOARD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03E46-7EDB-4BFC-95BD-9A7337F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제목·대화·경로·ID를 한 번에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2C801-AEFA-440D-A2C0-2164D72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B0766-F0B2-4242-929E-1D85D1A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B0E11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0a6f9b0a3499a"/>
          <a:stretch xmlns:a="http://schemas.openxmlformats.org/drawingml/2006/main"/>
        </p:blipFill>
        <p:spPr>
          <a:xfrm xmlns:a="http://schemas.openxmlformats.org/drawingml/2006/main">
            <a:off x="916305" y="1714500"/>
            <a:ext cx="6492240" cy="405765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99FB7-1DFA-46AB-9602-44759AA3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00200"/>
            <a:ext cx="358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438C6-CCB7-4E3F-B179-B92AD774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6C327-5E07-42B2-B695-71F3CD68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764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검색창 포커스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42CE0-C4B5-4DC7-9944-6588478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358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B6DA-26BB-49C3-BD2B-E949DD1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↑ 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0FDC8-BB1B-4CCC-9DA6-493FC8A4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051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필터 결과에서 선택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10F98-E590-4F73-B166-AD5A747A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57600"/>
            <a:ext cx="358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9DB8A-93D6-4184-9A7B-F0441A5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6B3F1-2D56-43E1-BD42-0E452437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338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80개 단위 점진 렌더링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13585-15EC-47BF-84AA-6002C058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58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B059C-19EB-4592-B0C0-6F8D3575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F6CA2-19EB-46EB-8517-EB6A9D5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625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 목록 새로고침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9BE23-1E5C-4B9F-B1B6-66BF572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검색 예: “배포”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D91A6-4A63-4463-89E0-3967A81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240개 합성 세션 대규모 목록 검증 이력</a:t>
            </a:r>
          </a:p>
        </p:txBody>
      </p:sp>
    </p:spTree>
    <p:extLst>
      <p:ext uri="{BB962C8B-B14F-4D97-AF65-F5344CB8AC3E}">
        <p14:creationId xmlns:p14="http://schemas.microsoft.com/office/powerpoint/2010/main" val="229763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582A2-F662-4CF6-A8EC-18146B5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06 · RESUME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23536-3670-48A4-89CF-E65AF474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미리 본 세션을 Windows 새 터미널에서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0FAAC-4719-493D-8D0B-417ADA80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34B9F-6368-40EE-A62F-A6035EE0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74676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B0E11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e8905eb83472e"/>
          <a:stretch xmlns:a="http://schemas.openxmlformats.org/drawingml/2006/main"/>
        </p:blipFill>
        <p:spPr>
          <a:xfrm xmlns:a="http://schemas.openxmlformats.org/drawingml/2006/main">
            <a:off x="4812030" y="1695450"/>
            <a:ext cx="6492240" cy="405765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24D4A-0F77-4FA1-AB4A-84B20642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562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FE2C5-4E1A-4069-A8FA-B3A0AAD2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핵심 명령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529B4-8136-4EE5-93DF-F2065F5D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codex resume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&lt;SESSION_ID&gt;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4B598-3957-46B6-AE4C-24AA6961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3562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8E47D-0E8B-4351-B225-4AD71DC9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56D19-1188-470F-8B34-3E8847D3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76600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전체 UUID 형식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D7DD1-705C-4B7F-8FE2-3E5BB3BA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3562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D7815-F862-460D-9DCE-113D1C18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BD148-F175-44DA-96F3-F6AA920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33850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저장된 작업 경로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711B0-2D10-4EE9-BE29-FEF0045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562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283A8-522E-4733-B44C-93C4C7F3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DDAB3-90FD-47C4-B669-D5A75248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cmd.exe 새 창에서 실행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C8ADD-D073-48B4-B06F-2CABAECE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공식 codex resume 명령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61EA6-3971-480F-9A55-81CDD91A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현재/저장 경로가 다르면 Codex가 선택을 물을 수 있음</a:t>
            </a:r>
          </a:p>
        </p:txBody>
      </p:sp>
    </p:spTree>
    <p:extLst>
      <p:ext uri="{BB962C8B-B14F-4D97-AF65-F5344CB8AC3E}">
        <p14:creationId xmlns:p14="http://schemas.microsoft.com/office/powerpoint/2010/main" val="1310798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888FF-7468-49D5-9883-5B51E4F0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07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49029-6C09-4386-A02A-C06E77C7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권한을 분리한 Electron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4DD6A-CF02-4AFF-9B5B-244BAE69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E8918-4431-4F68-9079-A13964F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62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FBF6C-1983-436C-911A-BD7C095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Renderer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BF9D7-BA2B-45BF-926E-5B627666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검색 · 목록 · 미리보기</a:t>
            </a:r>
          </a:p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키보드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D2084-083C-4F7F-B3E5-3843989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289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DA87E-BC3F-4AAB-A9BD-79B838D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562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D9998-8F03-4E68-8181-F5015DED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955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Preload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84CA3-3788-4B03-82AD-B3E0912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허용된 IPC 메서드만</a:t>
            </a:r>
          </a:p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화면에 공개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527E7-08F5-4833-AFA6-A87F4DC5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289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C1207-D056-4EF1-AC9B-42F82F20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562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2C27D-EFAA-4C64-B1F2-D7BD6EE5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3E828-1EF6-4E40-8B2E-B30A5020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파일 읽기 · 설정</a:t>
            </a:r>
          </a:p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터미널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98E0C-2A94-4A27-8C38-37BBB61B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62326-5703-44A2-85C7-800D162B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41CEC-B3CB-4E4E-8948-1407CF2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996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JSONL 스캔 · 요약 · 상세 캐시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CCF5A-2697-44F9-B1A2-6ABF0F0C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391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48D19-5E0C-4A59-AE14-07D1D86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TERMINAL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1EEFB-C017-4FD8-A7E8-381D861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57800"/>
            <a:ext cx="996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CLI 탐지 · UUID 검증 · OS별 실행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72411-E116-4A74-84EC-CD85A2E9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contextIsolation=true · nodeIntegration=false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CE1C5-FC33-47B0-B15E-25760CF8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sandbox=true · 외부 탐색/권한 요청 차단</a:t>
            </a:r>
          </a:p>
        </p:txBody>
      </p:sp>
    </p:spTree>
    <p:extLst>
      <p:ext uri="{BB962C8B-B14F-4D97-AF65-F5344CB8AC3E}">
        <p14:creationId xmlns:p14="http://schemas.microsoft.com/office/powerpoint/2010/main" val="1188736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13691-D336-418D-80DC-E9E519FE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08 · SCRIPT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C596F-7D34-4D7F-A73D-FCA935B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JSONL은 통째로 읽지 않고 한 줄씩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90605-430D-4CB3-8165-DD85E89F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3FF15-70A6-41E3-A8AA-EC6A55D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1056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37AA3-7D49-456E-BBDA-5EE75F91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68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src/session-service.js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95081-631D-472F-92DA-80130A56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6865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async function readLines(filePath, onRecord) {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const input = fs.createReadStream(filePath, { encoding: 'utf8' });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const lines = readline.createInterface({ input, crlfDelay: Infinity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for await (const line of lines) {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if (!line.trim()) continue;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try {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  await onRecord(JSON.parse(line));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} catch (error) {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  // 깨진 JSON 한 줄만 건너뛴다.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  if (error instanceof SyntaxError) continue;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  throw error;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}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}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077E1-8C10-4203-8581-6A5B53A5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9433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53886-7A03-4D6D-9EF8-E3E463DE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E2577-045F-4A09-AD6D-D39E92AB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383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큰 세션도 전체 파일을 메모리에 올리지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746A9-4BA2-4942-BFE4-AF673ED9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39433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01663-5ACD-4268-A878-FE1FA5D0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E7D29-16CD-4C4E-968F-E2D21B9A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손상된 한 줄을 건너뛰고 나머지 기록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313B8-4D46-415F-8320-2C038DC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95700"/>
            <a:ext cx="39433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DDBEF-9064-4B34-B739-A89A555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D512B-F5C2-4A4C-B3E0-A489A07C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719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user/assistant event_msg만 미리보기에 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5A0FE-31D2-4369-B449-645C7C8C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39433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877D1-23A9-4C76-9B83-072F50C9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FD713-55C2-4961-832B-B9B5DFE3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상세 500개 · 검색 12,000자 · LRU 20세션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2E06C-EFFF-41D5-A600-AC64A438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스트리밍 + 복원력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A8741-4EA6-422F-969E-28B13821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불완전한 JSONL 한 줄로 전체 목록이 실패하지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06098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0911D-0533-45F3-9AF7-73635571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09 · SCRIPT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6B053-803C-4F00-BB0A-FF4B1D3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많은 세션 탐색과 Windows 재개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E0B0C-ACBD-4777-9C96-99421602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27B1C-2FD5-4605-9FB2-70258B3C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2DFFE-E5D6-4EB7-B54A-1B875DF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src/renderer.js · 점진 렌더링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1FAF0-53C9-4902-A6FA-B759B39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0101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const PAGE_SIZE = 80;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if (index &gt;= state.visibleLimit) {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// 선택 위치까지 80개 묶음으로 확장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state.visibleLimit = Math.ceil(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(index + 1) / PAGE_SIZE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) * PAGE_SIZE;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selectSession(sessions[index].id, true);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A2BFA-ED3E-495D-8600-915B8D18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6007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28F3B-7EB4-46A9-AAC2-A471750E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src/terminal-service.js · 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C52B7-DE13-4555-882E-404C4A5E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181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if (process.platform === 'win32') {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const command =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`${quotedCodex} resume ${safeId}`;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// Windows 새 명령창에서 세션 재개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launchDetached(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'cmd.exe',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['/d', '/k', command],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  { cwd: workingDirectory }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  );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1454F-B063-46AD-A93E-5B969D26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542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F1B5D-040B-4CD5-BDE9-ACAE5AB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41EE6-08A8-4570-93FA-FF701A6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스크롤 위치 보존 · End에서 마지막 세션까지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DD761-95F6-4F71-A342-0AB5914E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5600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7F6D6-EA92-48AA-BE2A-BC7FE600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WIN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32CD2-F58C-4100-926E-170830B2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578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codex.cmd/where.exe 탐지 · 검증된 UUID만 cmd.exe에 전달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0967D-08C8-4295-B53B-C1FC4FC6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대규모 목록 + 운영체제 분기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A10CA-036A-4ED9-86C0-53B705F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입력 검증 후 터미널 실행</a:t>
            </a:r>
          </a:p>
        </p:txBody>
      </p:sp>
    </p:spTree>
    <p:extLst>
      <p:ext uri="{BB962C8B-B14F-4D97-AF65-F5344CB8AC3E}">
        <p14:creationId xmlns:p14="http://schemas.microsoft.com/office/powerpoint/2010/main" val="1611849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5B919-E6A0-45FE-8A23-4A9036F0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10 · WINDOWS 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20C80-301A-4BD1-ABF5-8D3C0D97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기본 경로가 아니라면 PowerShell 환경 변수로 지정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60B4D-ABA6-40FE-B513-37B9FFDB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5C9FD-B51B-48AE-B861-AE151FD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DB339-CFE3-4523-B2A3-91C40AA2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POWERSHELL · 현재 터미널 세션에 적용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160C5-F5C0-4586-9204-147C6826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$env:CODEX_HOME="$HOME\.codex"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$env:CODEX_PATH="$env:APPDATA\npm\codex.cmd"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C4E94-8E70-4532-912B-BAA4A9BC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8177F-DEC6-4CC3-A748-C76F1C11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FB948-0FF0-48E8-9C9C-A3D84DC5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996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CODEX_HOME\sessions를 읽음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77BBA-ECBB-4822-A199-95574B9F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A6C52-5890-4D0D-9A9D-44D896F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EC5C2-4C0E-404F-9EBC-A46D801E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0050"/>
            <a:ext cx="996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GUI PATH가 다르면 CODEX_PATH로 codex.cmd 지정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AC798-A259-47AF-A647-770C3DC6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6C171-7EA1-4B05-8FD7-8531F8B3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A36C4-BD03-4610-A516-80078EB5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81550"/>
            <a:ext cx="996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“세션 폴더” 버튼으로 다른 sessions 폴더 직접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5F617-5335-4C99-890A-362C85B8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656E3-14EB-45C4-A1C7-2C67A89B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26433-3D07-4A51-A02D-AEC77EA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53050"/>
            <a:ext cx="996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“기본 경로” 버튼으로 %USERPROFILE%\.codex\sessions 복구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80F83-8A78-41F6-B404-F7200290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settings.json에는 선택 경로만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20B40-0CED-4A47-803D-9054DFA3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대화 내용·인증 정보는 복사하지 않음</a:t>
            </a:r>
          </a:p>
        </p:txBody>
      </p:sp>
    </p:spTree>
    <p:extLst>
      <p:ext uri="{BB962C8B-B14F-4D97-AF65-F5344CB8AC3E}">
        <p14:creationId xmlns:p14="http://schemas.microsoft.com/office/powerpoint/2010/main" val="1373479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C29C4-FB30-46E0-B68B-518B83FB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11 · WINDOWS BUILD &amp; DEPLOY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D358B-D9F8-4618-8D11-0A080CC2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Windows에서 NSIS 설치 파일과 Portable EXE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8304-6101-4B2E-9E00-0A313FE4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F67F6-00D7-416A-BA09-4A5F3868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1116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C93B5-D596-45A6-8F6C-E60B6E55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D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DDD8"/>
                </a:solidFill>
                <a:latin typeface="Arial"/>
                <a:ea typeface="Arial"/>
                <a:cs typeface="Arial"/>
              </a:rPr>
              <a:t>WINDOWS POWERSHELL · 배포 빌드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BB910-E024-4A86-94F3-D7D140DC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5339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cd session-manager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install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test</a:t>
            </a:r>
          </a:p>
          <a:p xmlns:a="http://schemas.openxmlformats.org/drawingml/2006/main">
            <a:pPr algn="l">
              <a:defRPr sz="1200" b="0">
                <a:solidFill>
                  <a:srgbClr val="F5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3"/>
                </a:solidFill>
                <a:latin typeface="Arial"/>
                <a:ea typeface="Arial"/>
                <a:cs typeface="Arial"/>
              </a:rPr>
              <a:t>npm run dist:win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854BB-FF1F-416B-AEC8-6E2E8CD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00200"/>
            <a:ext cx="603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D915A-083C-4D53-847B-998AD1F8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82FF4-A1B7-4F74-90EB-689C9A30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7640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NSIS .exe · 설치 위치 선택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403EF-A125-4D45-86A6-18F9B9EE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603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FAAF4-3634-436B-ABD5-350A08C8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PORTABLE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1EAF2-55B2-43D8-A855-8856D55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별도 설치 없이 실행하는 .exe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2897C-B93F-445C-B80D-B5E29EC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71800"/>
            <a:ext cx="603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831D9-BBFD-4FB2-94EA-9FC32575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F10DC-4F6E-4D44-8A64-F16FBBE3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release/ 폴더에 결과물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6DEEC-CEA4-483C-96D0-2A34E51D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57600"/>
            <a:ext cx="6038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FF6A5-20A7-467C-90C8-581A7C93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528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35C0A-1EFB-4368-916D-42D451B1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배포 전 Windows 코드 서명 권장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E6199-A90B-4F85-8F20-26A41855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1391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546A9-D621-4DC5-87B7-6B19F051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현재 확인: win-unpacked x64 앱 본체 패키징 성공</a:t>
            </a:r>
          </a:p>
          <a:p xmlns:a="http://schemas.openxmlformats.org/drawingml/2006/main">
            <a:pPr algn="l">
              <a:def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최종 확인: Windows 10/11에서 NSIS 설치 · 실행 · Codex 재개 시나리오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37705-2886-42DB-965F-F04E31A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electron-builder 26.15.3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ADDAF-5C81-4D0B-A39C-7F2DF6C7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대상 운영체제에서 최종 설치기 빌드/실행 검증</a:t>
            </a:r>
          </a:p>
        </p:txBody>
      </p:sp>
    </p:spTree>
    <p:extLst>
      <p:ext uri="{BB962C8B-B14F-4D97-AF65-F5344CB8AC3E}">
        <p14:creationId xmlns:p14="http://schemas.microsoft.com/office/powerpoint/2010/main" val="1111914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F68E69CC-2E55-4F96-8159-8C7B293C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1A0A3BC-BDF9-4255-9D87-768529F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C10E7E7-A7AB-4F8F-AC48-C7DE481B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2C5C0E4-2E00-4FD5-90F4-5E3F97CA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32D44F6-35A4-4275-ADC9-83F9AD2D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현재 검증 결과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F72F65A-AF0B-4829-B51D-C6A9971F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자동 테스트 통과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C05283E-085E-400B-8221-3392C50D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Windows 앱 본체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0AE1EBC-2766-47CF-B155-506F044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npm audit 취약점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DE7023B-EAA3-4F63-B213-EFD7299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11/11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9A53C45-3BE1-4BDC-9805-00A56F68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256AA37-C469-4F69-AF99-6C56B9C7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0B68D1"/>
                </a:solidFill>
                <a:latin typeface="Helvetica Neue"/>
                <a:ea typeface="Helvetica Neue"/>
                <a:cs typeface="Helvetica Neue"/>
              </a:rPr>
              <a:t>x64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7A151B2-A15E-4CE4-A16A-EF6FACC1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rPr>
              <a:t>2026-08-11 현재 로컬 코드와 패키징 결과를 다시 확인했습니다.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030617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82F54-4E06-49F4-96BC-344C2C0D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13 · WINDOWS 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03F71-5CB0-4A3C-B98E-5A3D8C6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현장에서 가장 먼저 확인할 네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0AA1C-8389-4C53-A81B-30FAF77E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AB21A-E337-4C3F-97CA-E130F081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08A73-BE7B-4F89-AC1C-5FAD3140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NO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6AD30-B4BD-42CD-ACBD-D9AEB67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996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%USERPROFILE%\.codex\sessions · 폴더 권한 · 세션 폴더 선택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08CE1-7DC7-4238-964A-DA6F7A40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1391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F4D6B-F74C-468D-BA70-7A6A3955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NO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D5EE1-FA72-4DBA-A353-B1E47C3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996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codex --version 확인 후 CODEX_PATH를 %APPDATA%\npm\codex.cmd로 지정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0FD84-AF28-4681-B413-BB0F58CE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1391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3086E-9E80-4CD6-A685-8B4C8F68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C3CDE-BBA7-45E5-98BD-4A6CE1BC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996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저장된 cwd가 없으면 사용자 홈에서 시작 · tui.resume_cwd 설정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0ABB3-CD63-4B54-B512-DE0458B2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C2E98-6315-4E72-B92F-17D25FC9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68D1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763DA-27DC-4AB5-8CFD-2839000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24400"/>
            <a:ext cx="996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NSIS 설치기와 코드 서명은 Windows 환경에서 최종 생성/검증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6153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BD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959A-7154-4068-A5C3-B876BFE7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Windows 최종 체크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AC206-F790-4F16-BA2E-E2963CF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48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E6570"/>
                </a:solidFill>
                <a:latin typeface="Apple SD Gothic Neo"/>
                <a:ea typeface="Apple SD Gothic Neo"/>
                <a:cs typeface="Apple SD Gothic Neo"/>
              </a:rPr>
              <a:t>실제 Windows PC에서 설치 → 목록 → 검색 → Enter 재개 확인</a:t>
            </a:r>
          </a:p>
        </p:txBody>
      </p:sp>
    </p:spTree>
    <p:extLst>
      <p:ext uri="{BB962C8B-B14F-4D97-AF65-F5344CB8AC3E}">
        <p14:creationId xmlns:p14="http://schemas.microsoft.com/office/powerpoint/2010/main" val="12631393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54A13319-2E83-4D1A-AFBB-E3041A32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/>
              <a:t>찾고. 읽고.
이어서 작업한다.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FBF2477-9D02-4854-A1C7-8213E0D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/>
              <a:t>Windows에 Node.js와 Codex CLI 준비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/>
              <a:t>PowerShell에서 npm start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/>
              <a:t>Windows에서 npm run dist:win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173E200-B5F8-4C8C-9652-273037A1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B68D1"/>
                </a:solidFill>
              </a:rPr>
              <a:t>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C3577-CEAB-48C8-86DE-E4139DD7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5623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B68D1"/>
          </a:solidFill>
          <a:ln xmlns:a="http://schemas.openxmlformats.org/drawingml/2006/main" w="9525">
            <a:solidFill>
              <a:srgbClr val="0B6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25B71-FCE8-4023-A108-4F18D3D7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876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34861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2026-08-11T13:27:09.8270000Z</dcterms:created>
  <dcterms:modified xsi:type="dcterms:W3CDTF">2026-08-11T13:27:09.8270000Z</dcterms:modified>
</coreProperties>
</file>